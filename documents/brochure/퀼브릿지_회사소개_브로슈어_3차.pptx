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02f520b0b4d64" /><Relationship Type="http://schemas.openxmlformats.org/officeDocument/2006/relationships/extended-properties" Target="/docProps/app.xml" Id="R06aaed8c31f04120" /><Relationship Type="http://schemas.openxmlformats.org/officeDocument/2006/relationships/officeDocument" Target="/ppt/presentation.xml" Id="Rb0a424255de74a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8997dd03a4855"/>
  </p:sldMasterIdLst>
  <p:notesMasterIdLst>
    <p:notesMasterId xmlns:r="http://schemas.openxmlformats.org/officeDocument/2006/relationships" r:id="R5d9cb16093514a31"/>
  </p:notesMasterIdLst>
  <p:sldIdLst>
    <p:sldId xmlns:r="http://schemas.openxmlformats.org/officeDocument/2006/relationships" id="256" r:id="R4f965bf865aa456a"/>
    <p:sldId xmlns:r="http://schemas.openxmlformats.org/officeDocument/2006/relationships" id="257" r:id="R76176c184b7e463c"/>
    <p:sldId xmlns:r="http://schemas.openxmlformats.org/officeDocument/2006/relationships" id="258" r:id="R923e0874d4d94861"/>
    <p:sldId xmlns:r="http://schemas.openxmlformats.org/officeDocument/2006/relationships" id="259" r:id="Re308e837c0f545bb"/>
    <p:sldId xmlns:r="http://schemas.openxmlformats.org/officeDocument/2006/relationships" id="260" r:id="R02d313912acc41ad"/>
    <p:sldId xmlns:r="http://schemas.openxmlformats.org/officeDocument/2006/relationships" id="261" r:id="R2bd16b03c57c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e1f18abca240f6" /><Relationship Type="http://schemas.openxmlformats.org/officeDocument/2006/relationships/slideMaster" Target="/ppt/slideMasters/slideMaster1.xml" Id="R6ed8997dd03a4855" /><Relationship Type="http://schemas.openxmlformats.org/officeDocument/2006/relationships/notesMaster" Target="/ppt/notesMasters/notesMaster1.xml" Id="R5d9cb16093514a31" /><Relationship Type="http://schemas.openxmlformats.org/officeDocument/2006/relationships/presProps" Target="/ppt/presProps.xml" Id="Rec0d00cef95c4c2d" /><Relationship Type="http://schemas.openxmlformats.org/officeDocument/2006/relationships/tableStyles" Target="/ppt/tableStyles.xml" Id="R134f105a44954ddf" /><Relationship Type="http://schemas.openxmlformats.org/officeDocument/2006/relationships/slide" Target="/ppt/slides/slide1.xml" Id="R4f965bf865aa456a" /><Relationship Type="http://schemas.openxmlformats.org/officeDocument/2006/relationships/slide" Target="/ppt/slides/slide2.xml" Id="R76176c184b7e463c" /><Relationship Type="http://schemas.openxmlformats.org/officeDocument/2006/relationships/slide" Target="/ppt/slides/slide3.xml" Id="R923e0874d4d94861" /><Relationship Type="http://schemas.openxmlformats.org/officeDocument/2006/relationships/slide" Target="/ppt/slides/slide4.xml" Id="Re308e837c0f545bb" /><Relationship Type="http://schemas.openxmlformats.org/officeDocument/2006/relationships/slide" Target="/ppt/slides/slide5.xml" Id="R02d313912acc41ad" /><Relationship Type="http://schemas.openxmlformats.org/officeDocument/2006/relationships/slide" Target="/ppt/slides/slide6.xml" Id="R2bd16b03c57c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8ad77f0c5f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376ad090354584" /><Relationship Type="http://schemas.openxmlformats.org/officeDocument/2006/relationships/notesMaster" Target="/ppt/notesMasters/notesMaster1.xml" Id="Rb4e06b5ebbd246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92a4166c644868" /><Relationship Type="http://schemas.openxmlformats.org/officeDocument/2006/relationships/notesMaster" Target="/ppt/notesMasters/notesMaster1.xml" Id="Rc73905001555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761d6c9874f13" /><Relationship Type="http://schemas.openxmlformats.org/officeDocument/2006/relationships/notesMaster" Target="/ppt/notesMasters/notesMaster1.xml" Id="Rfcd1b3c0e7df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29fff5fc5494d" /><Relationship Type="http://schemas.openxmlformats.org/officeDocument/2006/relationships/notesMaster" Target="/ppt/notesMasters/notesMaster1.xml" Id="Rf042de580cb24a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7a8be873ac437e" /><Relationship Type="http://schemas.openxmlformats.org/officeDocument/2006/relationships/notesMaster" Target="/ppt/notesMasters/notesMaster1.xml" Id="R0dae542e08834c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75ff2d8c8c4b83" /><Relationship Type="http://schemas.openxmlformats.org/officeDocument/2006/relationships/notesMaster" Target="/ppt/notesMasters/notesMaster1.xml" Id="Rb50501cbf58146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5d9c28d9442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d59d9b7284e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76ffa19a84a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09cf860d746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b452efc1a4b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e625dcee949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DC236-9442-4116-A81E-9F95B70404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881900-4B41-4A61-B410-85480006E7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31DAD9-741E-4480-8781-F74A4CFB2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AEF4DB-D8E7-466A-9793-58BA13A9AC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8AA66C-49F2-47C4-B78A-857DE57E0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D92D62-456B-42C9-8EFA-74661D237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CC6BB9-69F4-4E39-81AB-62F6A98BC9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6A8C6A-C1C2-471B-9DB5-465816FBFD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158360-D40F-4B50-B354-E5F18D870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380603-6A01-4A11-8174-09804939C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3f5c3d9804265" /><Relationship Type="http://schemas.openxmlformats.org/officeDocument/2006/relationships/slideLayout" Target="/ppt/slideLayouts/slideLayout1.xml" Id="R80166680868f4cdd" /><Relationship Type="http://schemas.openxmlformats.org/officeDocument/2006/relationships/slideLayout" Target="/ppt/slideLayouts/slideLayout2.xml" Id="R5b0355fc4e22483a" /><Relationship Type="http://schemas.openxmlformats.org/officeDocument/2006/relationships/slideLayout" Target="/ppt/slideLayouts/slideLayout3.xml" Id="R8e6c15e28bca4760" /><Relationship Type="http://schemas.openxmlformats.org/officeDocument/2006/relationships/slideLayout" Target="/ppt/slideLayouts/slideLayout4.xml" Id="R53845031c1604808" /><Relationship Type="http://schemas.openxmlformats.org/officeDocument/2006/relationships/slideLayout" Target="/ppt/slideLayouts/slideLayout5.xml" Id="R64d1a2a95080442b" /><Relationship Type="http://schemas.openxmlformats.org/officeDocument/2006/relationships/slideLayout" Target="/ppt/slideLayouts/slideLayout6.xml" Id="R01b93295b32247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66680868f4cdd"/>
    <p:sldLayoutId xmlns:r="http://schemas.openxmlformats.org/officeDocument/2006/relationships" id="2147483650" r:id="R5b0355fc4e22483a"/>
    <p:sldLayoutId xmlns:r="http://schemas.openxmlformats.org/officeDocument/2006/relationships" id="2147483651" r:id="R8e6c15e28bca4760"/>
    <p:sldLayoutId xmlns:r="http://schemas.openxmlformats.org/officeDocument/2006/relationships" id="2147483652" r:id="R53845031c1604808"/>
    <p:sldLayoutId xmlns:r="http://schemas.openxmlformats.org/officeDocument/2006/relationships" id="2147483653" r:id="R64d1a2a95080442b"/>
    <p:sldLayoutId xmlns:r="http://schemas.openxmlformats.org/officeDocument/2006/relationships" id="2147483654" r:id="R01b93295b32247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6986d763b4fcc" /><Relationship Type="http://schemas.openxmlformats.org/officeDocument/2006/relationships/image" Target="/ppt/media/image.png" Id="R5f7875fe52ac4c68" /><Relationship Type="http://schemas.openxmlformats.org/officeDocument/2006/relationships/image" Target="/ppt/media/image2.png" Id="R20e43b89ddd44ce9" /><Relationship Type="http://schemas.openxmlformats.org/officeDocument/2006/relationships/notesSlide" Target="/ppt/notesSlides/notesSlide1.xml" Id="R9c3845505f634d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56c9ab5d444d5" /><Relationship Type="http://schemas.openxmlformats.org/officeDocument/2006/relationships/image" Target="/ppt/media/image3.png" Id="R636d67130e60492b" /><Relationship Type="http://schemas.openxmlformats.org/officeDocument/2006/relationships/notesSlide" Target="/ppt/notesSlides/notesSlide2.xml" Id="R2750db2befc749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bd6fed6a94d2c" /><Relationship Type="http://schemas.openxmlformats.org/officeDocument/2006/relationships/image" Target="/ppt/media/image4.png" Id="R6fd9a822ccb14bb9" /><Relationship Type="http://schemas.openxmlformats.org/officeDocument/2006/relationships/notesSlide" Target="/ppt/notesSlides/notesSlide3.xml" Id="R1c89a497a24942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405f060fc4450" /><Relationship Type="http://schemas.openxmlformats.org/officeDocument/2006/relationships/image" Target="/ppt/media/image5.png" Id="R38986005c96d4efc" /><Relationship Type="http://schemas.openxmlformats.org/officeDocument/2006/relationships/notesSlide" Target="/ppt/notesSlides/notesSlide4.xml" Id="R08fd10407c1447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72ecc529c441a" /><Relationship Type="http://schemas.openxmlformats.org/officeDocument/2006/relationships/notesSlide" Target="/ppt/notesSlides/notesSlide5.xml" Id="R835d627cd18b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0ac33bd4f476e" /><Relationship Type="http://schemas.openxmlformats.org/officeDocument/2006/relationships/image" Target="/ppt/media/image6.png" Id="R3ccbb74b6a784a16" /><Relationship Type="http://schemas.openxmlformats.org/officeDocument/2006/relationships/notesSlide" Target="/ppt/notesSlides/notesSlide6.xml" Id="R996150cbdcab48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31BBB-06D0-4020-9C47-7925BD280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875fe52ac4c68"/>
          <a:srcRect xmlns:a="http://schemas.openxmlformats.org/drawingml/2006/main" l="12971" t="0" r="12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B106E-ADE0-4005-B128-D3522C60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>
              <a:alpha val="90980"/>
            </a:srgbClr>
          </a:solidFill>
          <a:ln xmlns:a="http://schemas.openxmlformats.org/drawingml/2006/main" w="0">
            <a:solidFill>
              <a:srgbClr val="071727">
                <a:alpha val="9098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4D7D6-2E7E-42A8-B9DD-71CEA0AA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791F5-52CC-4A22-A13C-652AC5D37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43b89ddd44ce9"/>
          <a:stretch xmlns:a="http://schemas.openxmlformats.org/drawingml/2006/main"/>
        </p:blipFill>
        <p:spPr>
          <a:xfrm xmlns:a="http://schemas.openxmlformats.org/drawingml/2006/main">
            <a:off x="571500" y="380546"/>
            <a:ext cx="1466850" cy="10677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4C6BC-10DE-4689-ABE0-EDB3525B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4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C8F47-1A2F-42D1-9E39-C5CD77C7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9334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42650-DB78-40A5-BF5C-55910FAB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047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Bridging Quality to the 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8C8CD-CAA0-442D-894A-D915D533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323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C4CDD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4CDD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4CDD5"/>
                </a:solidFill>
                <a:latin typeface="Noto Sans KR"/>
                <a:ea typeface="Noto Sans KR"/>
                <a:cs typeface="Noto Sans KR"/>
              </a:rPr>
              <a:t>회사소개 브로슈어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B2922-1D22-4CDF-B12D-2EFFB73A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QUALITY  RESPONSIBILITY 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07126-747E-428D-A18E-AB7ED55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905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좋은 제품을 연결하고,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끝까지 책임지는 기업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DF0DD-B772-4EDA-BAB1-08A3E4FC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9E0E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9E0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9E0E6"/>
                </a:solidFill>
                <a:latin typeface="Noto Sans KR"/>
                <a:ea typeface="Noto Sans KR"/>
                <a:cs typeface="Noto Sans KR"/>
              </a:rPr>
              <a:t>제조사와 고객을 신뢰로 연결하고, 품질과 납기에 책임지는</a:t>
            </a:r>
          </a:p>
          <a:p xmlns:a="http://schemas.openxmlformats.org/drawingml/2006/main">
            <a:pPr algn="l">
              <a:defRPr sz="1350" b="0">
                <a:solidFill>
                  <a:srgbClr val="D9E0E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9E0E6"/>
                </a:solidFill>
                <a:latin typeface="Noto Sans KR"/>
                <a:ea typeface="Noto Sans KR"/>
                <a:cs typeface="Noto Sans KR"/>
              </a:rPr>
              <a:t>산업용 밸브·피팅 및 기업 자재 전문 공급기업입니다.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525FB-6327-4211-B54E-90CA2701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9BA8B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9BA8B3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9BA8B3"/>
                </a:solidFill>
                <a:latin typeface="Noto Sans KR"/>
                <a:ea typeface="Noto Sans KR"/>
                <a:cs typeface="Noto Sans KR"/>
              </a:rPr>
              <a:t>2026  ·  QUALBRIDGE COMPANY BROCHURE</a:t>
            </a:r>
          </a:p>
        </p:txBody>
      </p:sp>
    </p:spTree>
    <p:extLst>
      <p:ext uri="{BB962C8B-B14F-4D97-AF65-F5344CB8AC3E}">
        <p14:creationId xmlns:p14="http://schemas.microsoft.com/office/powerpoint/2010/main" val="2144503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34298-4EDF-4327-80A9-26347EC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ABOUT QUALBRIDGE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A63F1-D628-4EED-ABE5-37EB6661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QUALITY와 BRIDGE가 만나는 이름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63E54-2713-46F8-8D12-C75F3681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QUALBRIDGE = QUALITY +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39D36-E59E-4E98-8E7D-76F68901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좋은 품질의 제품을 고객에게 연결하고, 제조사와 고객 사이의 약속을 끝까지 책임지는 기업이라는 뜻입니다.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DA1C5-1618-4C04-B57C-5AB14250E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d67130e60492b"/>
          <a:stretch xmlns:a="http://schemas.openxmlformats.org/drawingml/2006/main"/>
        </p:blipFill>
        <p:spPr>
          <a:xfrm xmlns:a="http://schemas.openxmlformats.org/drawingml/2006/main">
            <a:off x="8096250" y="471844"/>
            <a:ext cx="3048000" cy="221861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1C36D-D56E-4F1A-A876-03B9EF4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6EFC5-E498-423F-B5AC-8284B74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Quality, 퀼브릿지의 정체성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85047-ECDF-417D-9E01-31718BC4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다리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A4FC9-B0FE-4D17-9776-77297F3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제조사와 고객을 연결하는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F6AAE-799B-451B-AAD1-E82D67BD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색상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575F2-D0F1-4653-ADA6-1387BB94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골드는 품질과 전문성, 블랙과 화이트는</a:t>
            </a:r>
          </a:p>
          <a:p xmlns:a="http://schemas.openxmlformats.org/drawingml/2006/main">
            <a:pPr algn="l">
              <a:def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신뢰·책임과 투명한 거래를 뜻합니다.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DB856-1E71-4CC6-AF14-D792BC9D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10C23-90F8-46E2-B3AF-1B8056A9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퀼브릿지는 산업용 밸브와 피팅, 기업 운영에 필요한 소모성 자재 및 잡자재를 공급합니다. 요청 규격과 수량을 확인하고, 공급 조건과 예상 납기를 안내한 뒤 발주 내용에 맞춰 납품까지 책임 있게 대응합니다.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49D9F-AB19-4606-A5CD-43527E91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20103-D2E7-4A17-8439-5202BFF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품질 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21202-DEEA-4AEA-B6A6-E61E0A9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요청 사양에 맞는 제품을 확인하고, 검증된 품목을 공급합니다.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BFBEF-3A65-499E-AE7B-87D5845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292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B5A20-859B-4AB4-9CA5-072C6D0F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책임  RESPONSIBILITY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A4438-9D08-427E-AA89-16DA8914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007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견적과 발주 이후에도 납품 완료까지 책임 있게 대응합니다.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55E93-B76B-423A-9E67-4BBE3DDC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DB30F-0162-40FE-81C8-250FABD7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신뢰 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ED1DD-E7D6-480E-A038-6EA43F2C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007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고객과 약속한 공급 조건과 납기 일정을 철저히 관리합니다.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1BC23-F08E-4F2A-92D2-7B16A08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1D034-6ACB-4309-9BAD-F9ACF58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9385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FF6E8-62E1-4FFC-9F24-5736D7869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9a822ccb14bb9"/>
          <a:srcRect xmlns:a="http://schemas.openxmlformats.org/drawingml/2006/main" l="18796" t="0" r="187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0"/>
            <a:ext cx="6419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FE0F9-4CB5-4D84-BDE8-63FB289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F4F0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58362-C226-40F9-AF50-F87956D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PRODUCTS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525A3-6D0C-4111-BE03-73E71CB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밸브 및 피팅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63AF-CE57-4565-9758-2B2E5693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배관과 유체 제어에 필요한 피팅 및 각종 산업용 밸브를 문의할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96460-F4D7-419F-8B51-8C42F8C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31B47-AD3B-4821-8F40-84F313EB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튜브 피팅 및 연결 부품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389A8-975E-4619-8345-92B480F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4AE77-2806-4B8C-9163-051280EF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글로브밸브·게이트밸브·버터플라이밸브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75325-82CD-43D9-9377-844427B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32B7A-DF32-4902-9D8B-1BA069F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스팀밸브·오토밸브·매뉴얼밸브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EB673-F46F-4829-8F30-4F96CD66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6CE55-3B1D-403D-A0DF-0282A639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기타 밸브류 및 요청 가공품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F4151-B989-4C6F-90AF-8B8CE8C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C9C0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5B575-6268-4DE1-8581-97175E1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지정 브랜드 문의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961F2-6BC0-4EB7-88D0-12451E11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스웨즈락 · 옥광엔지니어링 · 한양밸브</a:t>
            </a:r>
          </a:p>
          <a:p xmlns:a="http://schemas.openxmlformats.org/drawingml/2006/main">
            <a:pPr algn="l">
              <a:def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스파이렉스사코 · 액츠 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0A6F9-F966-406B-9357-61457DFA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브랜드 및 사양은 견적 과정에서 공급 가능 여부를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57371-5BA8-4004-A6B2-ABC6B341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6425C-9EF7-4A59-8820-3A31B3D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9263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628EB-8277-46A7-98D4-5B8B49656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86005c96d4efc"/>
          <a:srcRect xmlns:a="http://schemas.openxmlformats.org/drawingml/2006/main" l="18796" t="0" r="187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0"/>
            <a:ext cx="6419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1B724-B570-48B1-829E-11C71014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9BF32-28E6-4B7D-8032-F4D45F1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PRODUCTS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F63B8-9188-4031-9218-19E63781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기업 소모성 자재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CAFD5-F072-43A0-B183-150BAD76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619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구매 부서와 현장에서 반복적으로 필요한 소모품과 잡자재를 품목별로 확인해 공급합니다.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4BB2F-47A3-413F-A167-6EB11AA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0AB7D-14BD-4B9B-B0C6-6ED3A622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A4 용지 및 사무용 소모품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FE379-98BE-456C-B2EA-F6E62D3E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B6D89-EED1-411E-A575-A07C83EB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작업복·안전화 등 현장 용품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2EEDA-8B4D-47A0-ABE7-ECABCC8C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0FC78-65AA-424C-8547-4FBA9B20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공구류·건전지 및 유지보수 소모품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487B3-57E8-499D-9CC2-61289A31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8B4C"/>
          </a:solidFill>
          <a:ln xmlns:a="http://schemas.openxmlformats.org/drawingml/2006/main" w="0">
            <a:solidFill>
              <a:srgbClr val="B28B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63962-E19D-483D-A937-DFFF2F1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목록 외 기업용 잡자재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5D670-9874-49EF-ADCF-A2F838C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F6E45-AF5E-4004-A0A3-635D85E1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여러 품목을 한 번에 문의하는 경우 엑셀 품목표를 보내 주시면 검토와 견적 작성에 도움이 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3D65D-11CA-4036-B55E-4CBA1634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AA044-8183-4500-A8EE-F83994A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2704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82724-95B0-43B5-9F83-DCD47D6C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ORDER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C2971-5D32-49A7-A89A-EBB0406D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견적부터 납품까지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BDF89-47F4-40BC-82D3-1946211B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B7C1C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7C1C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B7C1CA"/>
                </a:solidFill>
                <a:latin typeface="Noto Sans KR"/>
                <a:ea typeface="Noto Sans KR"/>
                <a:cs typeface="Noto Sans KR"/>
              </a:rPr>
              <a:t>약속한 조건과 납기를 서면으로 확인하고, 납품이 완료될 때까지 과정을 관리합니다.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02A29-994A-4FFD-AFC9-1F85D4D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1"/>
          </a:solidFill>
          <a:ln xmlns:a="http://schemas.openxmlformats.org/drawingml/2006/main" w="0">
            <a:solidFill>
              <a:srgbClr val="4050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C96A6-4849-40EC-953A-5F28C84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E3FB0-21F4-4303-A093-443FE685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견적 의뢰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3C0C9-C786-4677-9C5E-4890A53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90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rPr>
              <a:t>품목명, 브랜드, 규격, 수량, 희망 납기와 참고 자료를 전달합니다.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EC39D-7624-41F9-8715-DA9C31A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1"/>
          </a:solidFill>
          <a:ln xmlns:a="http://schemas.openxmlformats.org/drawingml/2006/main" w="0">
            <a:solidFill>
              <a:srgbClr val="4050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E2C71-605C-4AB0-9A10-E7E98FA2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CB80B-0B30-4E35-A3C2-CA4C0419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52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0C77F-9689-4D6A-8CA8-E5F2242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90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rPr>
              <a:t>공급 가능 여부와 사양, 수량, 요청 조건을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EEEE4-C770-4EFA-95CC-36B0EDC9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1"/>
          </a:solidFill>
          <a:ln xmlns:a="http://schemas.openxmlformats.org/drawingml/2006/main" w="0">
            <a:solidFill>
              <a:srgbClr val="405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10F48-B332-4E4A-8DD0-D3B8C1E3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16087-6D45-4F94-BBCB-B6E5993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견적서 송부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5B5B6-9037-483A-A1BB-881A631A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86200"/>
            <a:ext cx="190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rPr>
              <a:t>가격, 공급 조건과 예상 납기를 기재해 보내드립니다.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E4EBC-C410-4F93-AA2D-3FAB60A0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717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1"/>
          </a:solidFill>
          <a:ln xmlns:a="http://schemas.openxmlformats.org/drawingml/2006/main" w="0">
            <a:solidFill>
              <a:srgbClr val="4050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6F833-0728-40ED-A074-2DDF0BFE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2CDE2-BD9D-4B16-AFB0-C08323F7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EA94D-9B95-4ED9-89E9-1E875E52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190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rPr>
              <a:t>발주서 또는 최종 주문 내용을 기준으로 품목과 일정을 확정합니다.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CA839-9130-4FD5-A16A-A17149FA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717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1"/>
          </a:solidFill>
          <a:ln xmlns:a="http://schemas.openxmlformats.org/drawingml/2006/main" w="0">
            <a:solidFill>
              <a:srgbClr val="4050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9A7A4-8E4A-4572-AF56-A2AABCA0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DDBC7-B297-486C-B07B-544E861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52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준비 및 납품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7969A-9E5F-44D9-8DAB-02A522EB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190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AEB9C3"/>
                </a:solidFill>
                <a:latin typeface="Noto Sans KR"/>
                <a:ea typeface="Noto Sans KR"/>
                <a:cs typeface="Noto Sans KR"/>
              </a:rPr>
              <a:t>품목과 수량을 확인하고 안내한 일정에 맞춰 납품을 진행합니다.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DE484-653A-49CF-8AC9-91B78F4D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061"/>
          </a:solidFill>
          <a:ln xmlns:a="http://schemas.openxmlformats.org/drawingml/2006/main" w="0">
            <a:solidFill>
              <a:srgbClr val="4050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83F14-8C1D-41A2-BA46-546FF13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견적 요청 시 함께 보내 주세요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A407-D072-4BD5-B14B-29167DE2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824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제품명 · 제조사 · 모델명 또는 규격 · 수량 · 희망 납기 · 납품 장소 · 도면/사진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74259-18D8-46DB-9071-0736687C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99A5A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99A5A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99A5AF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19A5D-64D4-423E-890B-72360017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99A5A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99A5A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99A5A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2492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149E3-D9BF-4EDB-B005-C7E7F9B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7"/>
          </a:solidFill>
          <a:ln xmlns:a="http://schemas.openxmlformats.org/drawingml/2006/main" w="0">
            <a:solidFill>
              <a:srgbClr val="071727"/>
            </a:solidFill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8E22D-A1EB-4CBF-9573-6795B923B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bb74b6a784a16"/>
          <a:stretch xmlns:a="http://schemas.openxmlformats.org/drawingml/2006/main"/>
        </p:blipFill>
        <p:spPr>
          <a:xfrm xmlns:a="http://schemas.openxmlformats.org/drawingml/2006/main">
            <a:off x="609600" y="547979"/>
            <a:ext cx="3257550" cy="237114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3FD13-D5C8-4599-82CA-1E38580D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014CE-B06C-4851-950B-1AA5BDB4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좋은 제품을 연결하고,</a:t>
            </a:r>
          </a:p>
          <a:p xmlns:a="http://schemas.openxmlformats.org/drawingml/2006/main">
            <a:pPr algn="ctr">
              <a:defRPr sz="12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0B175"/>
                </a:solidFill>
                <a:latin typeface="Noto Sans KR"/>
                <a:ea typeface="Noto Sans KR"/>
                <a:cs typeface="Noto Sans KR"/>
              </a:rPr>
              <a:t>끝까지 책임지는 기업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E8ABB-775F-4410-B919-8F2C79CF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B7C1C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B7C1C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B7C1CA"/>
                </a:solidFill>
                <a:latin typeface="Noto Sans KR"/>
                <a:ea typeface="Noto Sans KR"/>
                <a:cs typeface="Noto Sans KR"/>
              </a:rPr>
              <a:t>Bridging Quality to the 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C44CD-370C-4BC0-BC69-C903B13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REQUEST A QUOTE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9C7FE-906B-4D60-AD81-084177A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0490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필요한 품목을</a:t>
            </a:r>
          </a:p>
          <a:p xmlns:a="http://schemas.openxmlformats.org/drawingml/2006/main">
            <a:pPr algn="l">
              <a:defRPr sz="36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알려주세요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16178-8650-4AAA-9925-A1BA8F1E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4202B"/>
                </a:solidFill>
                <a:latin typeface="Noto Sans KR"/>
                <a:ea typeface="Noto Sans KR"/>
                <a:cs typeface="Noto Sans KR"/>
              </a:rPr>
              <a:t>품목명, 규격, 수량과 희망 납기를 보내 주시면 공급 가능 여부를 확인해 견적드립니다.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80922-2F8D-4C4D-8CF4-911B23C7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A528F-4A62-488E-8158-B1B47D7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이메일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AF801-6D37-4827-A176-A80EACE8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qbridge3@naver.com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1B251-28AA-4C58-B121-3CF042D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767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C38C9-AAA9-4FA4-A7DB-0CB88E1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운영시간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4E42-8CB2-4B7C-BB24-0443C02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평일 09:00–18:00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CD9A7-2864-4E2D-8878-DBC2F37E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291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EFF5A-D671-4867-B950-7F4C46E9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주소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55A09-E548-4B55-AFF4-CAB1C3A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서울특별시 구로구 경인로54길 4, H동 106호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C895D-0D49-4943-AED2-5EF9D6D0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816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BAFFC-6385-4707-A100-5098C84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959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28B4C"/>
                </a:solidFill>
                <a:latin typeface="Noto Sans KR"/>
                <a:ea typeface="Noto Sans KR"/>
                <a:cs typeface="Noto Sans KR"/>
              </a:rPr>
              <a:t>대표자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236F2-CF21-45DF-A0E5-ECE5F9A4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95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71727"/>
                </a:solidFill>
                <a:latin typeface="Noto Sans KR"/>
                <a:ea typeface="Noto Sans KR"/>
                <a:cs typeface="Noto Sans KR"/>
              </a:rPr>
              <a:t>김건희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29878-142D-4C9B-8068-663B12D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0198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회사 전화번호와 팩스번호는 추후 반영 예정입니다.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73404-C10D-4941-BBE3-D331A74F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QUALBRIDGE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A5DB2-40EC-4B4C-9014-F4351EA7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5707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7154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2026-10-13T12:26:04.0850000Z</dcterms:created>
  <dcterms:modified xsi:type="dcterms:W3CDTF">2026-10-13T12:26:04.0850000Z</dcterms:modified>
</coreProperties>
</file>